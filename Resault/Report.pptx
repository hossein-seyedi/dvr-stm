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3084" y="-3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6631-8B46-4829-BE2C-AF9B094F8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571BE-0635-4D62-9164-90458C14B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F7BB3-28AA-4E35-A525-147F7454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2C5B6-3A5C-42FD-8634-9D996554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39B4E-14EA-4992-9575-6558CC4F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3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6678-EBAB-4591-B7D7-2E3DE300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4E07-8B90-41AB-9689-A52634A3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88EF-C12D-4503-BF65-FD0EA0E93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BA9EB-7D37-4EB9-BB96-D16A17F4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E7C2E-756E-4BB8-BD87-AFB12F4E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1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028F-07C9-4EC5-A4D4-2F6758EB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50307-08A2-46C2-BDEB-840F7780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3703A-0087-477A-970D-0933EE57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71C86-D836-448D-AD88-D6F2A8F0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85ED9-CA1F-4E23-9A6A-117A9C18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18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E9E6-A52E-416C-9B17-F9884079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A3039-9632-4C62-A286-4DB7A02FE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11D24-8DC5-42AA-9953-EDA73EC65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F1E4C-0056-4A75-A4C8-B801AF3C0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75B38-61D4-4B26-8E80-736A56DE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970D0-9564-452E-8D89-FE103302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0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8EC7-145E-445F-98FF-AFD16294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6A0DA-5329-4D41-B8EB-C4A63CD0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AA59B-D9DA-4911-B784-F585F0ACC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583AB-A3C9-4EAE-9026-ED380874B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F7CC3-9C38-4D7A-B7CA-842D391E0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EE5E6F-E444-489D-8376-1020FF2D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95867-5D48-49BB-AC8E-78D763AA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AC013-EB6E-4077-A131-3D28100D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1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054C-09FB-4BD8-818D-2C779CA9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9EFE1-6824-4EC5-9869-E96A2FBD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0609D-5AA7-4B34-9277-FC37927C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285A0-8BF9-47FB-8AB2-8A55930B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0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E79CA-C565-4A27-96AF-B5FDD63F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2B987-4FF0-4FD4-83D4-364F938D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FCEEE-74AB-45EF-982A-4E11EA09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5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F990-FBB1-4BEC-87C5-E717EE531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2C47B-F9F4-4363-A5AA-49C6549C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02D59-D2E1-41AF-B163-E2A8427E4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4D72D-34E0-464B-9F59-AD95EB2D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93B33-38AD-4C46-92B4-AAAD2CFE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95971-2380-43DC-B58D-1B1CAB69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7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6A2B-5364-4C12-B842-BD685BE1B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8D5FE-E49D-4B8B-BF04-BF8687905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064F2-6AD0-4EFC-8609-EE706CA84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DEBA6-A4E7-4DEC-85F8-0FAE7546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A4B30-C981-4A67-875E-6C0AD0EF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AAE96-62F9-4C8A-A7C4-20E8E18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B5C2-E344-4970-A855-C1C7D159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EA27B-C8CC-43E9-AEC0-B2A013C11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FA297-35CE-4E9A-B926-FABA33938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5B29B-5877-4034-B908-67AD3184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DA28-D138-48D7-850B-D9D79224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19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E1E69-693D-43E5-BB19-889A2E1A9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74DA2-11AA-4DED-B515-842375237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E116B-73EE-4883-90CD-2F68EF67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D608B-1412-4E95-A071-48DC39AE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CA742-CCAF-4B69-9A58-CE121B3E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5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ECAB8-9E24-4A16-AF18-66FEBD367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84835-AC87-4178-A80B-313A3552A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FF879-B5E8-431B-B835-68E2DAD84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2B9C-3A47-40AD-A3D2-BFACEA9F9D2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714FD-C4AA-4A9D-B933-66D5A6E29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60FFF-39D8-42F8-A04A-80C3902FC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3110-0D9D-42DF-A232-FFFDFC8B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2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27CC-9FD0-425F-A8C6-7EA5D92A4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Experimental Report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CD1EB-D39C-4DA5-B8AF-F53BDF86F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83226"/>
            <a:ext cx="9144000" cy="1655762"/>
          </a:xfrm>
        </p:spPr>
        <p:txBody>
          <a:bodyPr/>
          <a:lstStyle/>
          <a:p>
            <a:r>
              <a:rPr lang="ar-S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4.2.2026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040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A6F3-3733-4B74-AB21-88134098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Experimental Investigation of Voltage Flicker at 8 Hz Modulation (230V - 219V)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A437B-E37F-4FA5-96E6-670ABE6F518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83029"/>
            <a:ext cx="3308501" cy="23297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578142-7454-4F2E-84EB-540D47C8378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749" y="1783029"/>
            <a:ext cx="3308501" cy="2329764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2FCDBAFD-7DAA-40E2-90F8-DBDADFCB4F62}"/>
              </a:ext>
            </a:extLst>
          </p:cNvPr>
          <p:cNvSpPr txBox="1"/>
          <p:nvPr/>
        </p:nvSpPr>
        <p:spPr>
          <a:xfrm>
            <a:off x="755650" y="4152326"/>
            <a:ext cx="3391052" cy="470473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1 Voltage waveform comparison: Grid voltage with flicker vs. DVR output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78DD241-8BF3-42F9-B31B-B1D2F117275F}"/>
              </a:ext>
            </a:extLst>
          </p:cNvPr>
          <p:cNvSpPr txBox="1"/>
          <p:nvPr/>
        </p:nvSpPr>
        <p:spPr>
          <a:xfrm>
            <a:off x="4441749" y="4205134"/>
            <a:ext cx="3308501" cy="32956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2 Grid voltage with Flicker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03D39A-93FD-41C0-887E-915F850CB87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299" y="1783029"/>
            <a:ext cx="3308501" cy="2329764"/>
          </a:xfrm>
          <a:prstGeom prst="rect">
            <a:avLst/>
          </a:prstGeom>
        </p:spPr>
      </p:pic>
      <p:sp>
        <p:nvSpPr>
          <p:cNvPr id="9" name="Text Box 6">
            <a:extLst>
              <a:ext uri="{FF2B5EF4-FFF2-40B4-BE49-F238E27FC236}">
                <a16:creationId xmlns:a16="http://schemas.microsoft.com/office/drawing/2014/main" id="{5D96924A-68D4-466A-A64B-6BEA368A12CE}"/>
              </a:ext>
            </a:extLst>
          </p:cNvPr>
          <p:cNvSpPr txBox="1"/>
          <p:nvPr/>
        </p:nvSpPr>
        <p:spPr>
          <a:xfrm>
            <a:off x="8045297" y="4205134"/>
            <a:ext cx="3308503" cy="138499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3 DVR output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7F4AE-8D0F-46CA-A928-B9CA1C2B8917}"/>
              </a:ext>
            </a:extLst>
          </p:cNvPr>
          <p:cNvSpPr txBox="1"/>
          <p:nvPr/>
        </p:nvSpPr>
        <p:spPr>
          <a:xfrm>
            <a:off x="838200" y="4986866"/>
            <a:ext cx="3045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Channel 1: After Inject Voltage</a:t>
            </a:r>
          </a:p>
          <a:p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Channel 2: Grid With Flicker</a:t>
            </a:r>
          </a:p>
        </p:txBody>
      </p:sp>
    </p:spTree>
    <p:extLst>
      <p:ext uri="{BB962C8B-B14F-4D97-AF65-F5344CB8AC3E}">
        <p14:creationId xmlns:p14="http://schemas.microsoft.com/office/powerpoint/2010/main" val="335549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A182-3AE8-4967-8CDA-6F126485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Investigation of Voltage Flicker at 8 Hz Modulation (230V - 215V)</a:t>
            </a:r>
            <a:b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962C2E-20CD-4559-B07E-F516B2EDA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122" y="1490132"/>
            <a:ext cx="3310128" cy="24825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2C786F-30B8-4B3F-89B8-60AEB4C6C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507" y="1485561"/>
            <a:ext cx="3316224" cy="2487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1A029F-FFB1-403F-8AC9-89B569AC7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15" y="1476513"/>
            <a:ext cx="3316224" cy="2487168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ED4DCE3F-6B07-4E16-8BDB-0C794B6E62E1}"/>
              </a:ext>
            </a:extLst>
          </p:cNvPr>
          <p:cNvSpPr txBox="1"/>
          <p:nvPr/>
        </p:nvSpPr>
        <p:spPr>
          <a:xfrm>
            <a:off x="782315" y="4137903"/>
            <a:ext cx="3391052" cy="470473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1 Voltage waveform comparison: Grid voltage with flicker vs. DVR output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D46DE991-B73C-49A0-864F-FAF578D400EF}"/>
              </a:ext>
            </a:extLst>
          </p:cNvPr>
          <p:cNvSpPr txBox="1"/>
          <p:nvPr/>
        </p:nvSpPr>
        <p:spPr>
          <a:xfrm>
            <a:off x="8460163" y="4137638"/>
            <a:ext cx="3308503" cy="138499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3 DVR output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C4E64543-2C16-4707-8E81-35DB46535E1F}"/>
              </a:ext>
            </a:extLst>
          </p:cNvPr>
          <p:cNvSpPr txBox="1"/>
          <p:nvPr/>
        </p:nvSpPr>
        <p:spPr>
          <a:xfrm>
            <a:off x="4441749" y="4130585"/>
            <a:ext cx="3308501" cy="32956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2 Grid voltage with Flicker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ECF2F-CACB-4E4A-9F4C-288F02702FBD}"/>
              </a:ext>
            </a:extLst>
          </p:cNvPr>
          <p:cNvSpPr txBox="1"/>
          <p:nvPr/>
        </p:nvSpPr>
        <p:spPr>
          <a:xfrm>
            <a:off x="838200" y="4986866"/>
            <a:ext cx="3045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Channel 1: After Inject Voltage</a:t>
            </a:r>
          </a:p>
          <a:p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Channel 2: Grid With Flicker</a:t>
            </a:r>
          </a:p>
        </p:txBody>
      </p:sp>
    </p:spTree>
    <p:extLst>
      <p:ext uri="{BB962C8B-B14F-4D97-AF65-F5344CB8AC3E}">
        <p14:creationId xmlns:p14="http://schemas.microsoft.com/office/powerpoint/2010/main" val="112318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C5ED-816F-4C22-B0C2-3605F228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Investigation of Voltage Flicker at 8 Hz Modulation (237.5V – 222.5V)</a:t>
            </a:r>
            <a:b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2E5C7B-631E-462F-8858-AB6EC0212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242" y="1760050"/>
            <a:ext cx="3316224" cy="248716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3783A9-FA77-499A-A63B-864F4D17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60050"/>
            <a:ext cx="3316224" cy="2487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F384F-F9F7-4BBC-A529-F1278ED296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721" y="1760050"/>
            <a:ext cx="3316224" cy="2487168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60F1B24C-9DAC-479F-8826-9A44BD0697C6}"/>
              </a:ext>
            </a:extLst>
          </p:cNvPr>
          <p:cNvSpPr txBox="1"/>
          <p:nvPr/>
        </p:nvSpPr>
        <p:spPr>
          <a:xfrm>
            <a:off x="838200" y="4410908"/>
            <a:ext cx="3391052" cy="470473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1 Voltage waveform comparison: Grid voltage with flicker vs. DVR output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DB513350-53A8-4B42-829F-11684BBB5165}"/>
              </a:ext>
            </a:extLst>
          </p:cNvPr>
          <p:cNvSpPr txBox="1"/>
          <p:nvPr/>
        </p:nvSpPr>
        <p:spPr>
          <a:xfrm>
            <a:off x="4441749" y="4316580"/>
            <a:ext cx="3308501" cy="329565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2 Grid voltage with Flicker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CE9B932A-8D92-42D2-A79C-0D590227FA79}"/>
              </a:ext>
            </a:extLst>
          </p:cNvPr>
          <p:cNvSpPr txBox="1"/>
          <p:nvPr/>
        </p:nvSpPr>
        <p:spPr>
          <a:xfrm>
            <a:off x="8248963" y="4316580"/>
            <a:ext cx="3308503" cy="138499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9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 3 DVR output</a:t>
            </a:r>
            <a:endParaRPr lang="en-US" sz="900" i="1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9DDF3-4BCF-47FD-A625-9E07BF9AFDEC}"/>
              </a:ext>
            </a:extLst>
          </p:cNvPr>
          <p:cNvSpPr txBox="1"/>
          <p:nvPr/>
        </p:nvSpPr>
        <p:spPr>
          <a:xfrm>
            <a:off x="838200" y="4986866"/>
            <a:ext cx="3045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Channel 1: After Inject Voltage</a:t>
            </a:r>
          </a:p>
          <a:p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Channel 2: Grid With Flicker</a:t>
            </a:r>
          </a:p>
        </p:txBody>
      </p:sp>
    </p:spTree>
    <p:extLst>
      <p:ext uri="{BB962C8B-B14F-4D97-AF65-F5344CB8AC3E}">
        <p14:creationId xmlns:p14="http://schemas.microsoft.com/office/powerpoint/2010/main" val="63647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158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  Experimental Report</vt:lpstr>
      <vt:lpstr>Experimental Investigation of Voltage Flicker at 8 Hz Modulation (230V - 219V) </vt:lpstr>
      <vt:lpstr>Experimental Investigation of Voltage Flicker at 8 Hz Modulation (230V - 215V) </vt:lpstr>
      <vt:lpstr>Experimental Investigation of Voltage Flicker at 8 Hz Modulation (237.5V – 222.5V)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Report</dc:title>
  <dc:creator>hossein seyedi</dc:creator>
  <cp:lastModifiedBy>hossein seyedi</cp:lastModifiedBy>
  <cp:revision>3</cp:revision>
  <dcterms:created xsi:type="dcterms:W3CDTF">2026-04-02T09:14:49Z</dcterms:created>
  <dcterms:modified xsi:type="dcterms:W3CDTF">2026-04-02T09:20:36Z</dcterms:modified>
</cp:coreProperties>
</file>